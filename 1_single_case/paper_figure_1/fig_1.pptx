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30"/>
  </p:normalViewPr>
  <p:slideViewPr>
    <p:cSldViewPr snapToGrid="0">
      <p:cViewPr>
        <p:scale>
          <a:sx n="110" d="100"/>
          <a:sy n="110" d="100"/>
        </p:scale>
        <p:origin x="872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A9B73-875D-6304-2D3D-8DEC38F3D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24E493-7880-FA4A-7BED-CEA32C0489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A2E20-8243-ABAE-06E7-3F860CBC8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1EBFD-13BF-C343-8CCC-88D21DC4CE82}" type="datetimeFigureOut">
              <a:rPr lang="en-AU" smtClean="0"/>
              <a:t>3/3/2025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45B13-CAFB-CE98-95EB-975285DBB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4B3A0-4285-E735-C421-E6951C7C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5C4A-69E5-5B41-9D8F-22B8D6174D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9982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5DCE6-D5B5-6216-EEDD-39B794B27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76986-82FD-DD2A-AB89-546DF3307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1FB84-A12C-C0A9-654A-3B6317D09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1EBFD-13BF-C343-8CCC-88D21DC4CE82}" type="datetimeFigureOut">
              <a:rPr lang="en-AU" smtClean="0"/>
              <a:t>3/3/2025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BBC15-6280-398B-6E51-75CC14BEE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394E8-0265-CB3C-EC13-F1D413641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5C4A-69E5-5B41-9D8F-22B8D6174D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1691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89C9-9A8D-96AE-9899-56D0B2504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CB15F-2514-1724-4326-0959FF46F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D4FCB-808E-46E9-4E84-506A83839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1EBFD-13BF-C343-8CCC-88D21DC4CE82}" type="datetimeFigureOut">
              <a:rPr lang="en-AU" smtClean="0"/>
              <a:t>3/3/2025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E9993-BB28-2D64-5045-8391362D3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FD4C9-699C-3335-AE64-3BE51BE83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5C4A-69E5-5B41-9D8F-22B8D6174D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738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268E5-71AF-4BED-9306-99F11A9A7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B9406-99C3-4AD3-3314-5FD7F0A88C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15A02B-D2F1-8B5B-F1EE-0E2C2FFEEF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14681C-B44B-FAD6-8EC6-0B6DC4F72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1EBFD-13BF-C343-8CCC-88D21DC4CE82}" type="datetimeFigureOut">
              <a:rPr lang="en-AU" smtClean="0"/>
              <a:t>3/3/2025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C0BB23-CCC5-D46A-FE55-6C81ED8CF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79F56-CD32-1C58-D0AD-07AD3CE12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5C4A-69E5-5B41-9D8F-22B8D6174D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0836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CE1B3-BDB0-E0CE-CA74-550550D56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0DCA2-9A9D-DE4F-DB98-72CB2EB71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2AC79-E885-030F-ED6A-4AD09B84C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41424A-9A5F-1C11-FBF9-19E3AF54AB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08E61B-2819-D3C3-7868-5EED4C4FB1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1101F8-3E99-33B1-AC14-A6BE26655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1EBFD-13BF-C343-8CCC-88D21DC4CE82}" type="datetimeFigureOut">
              <a:rPr lang="en-AU" smtClean="0"/>
              <a:t>3/3/2025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59B891-A39D-3CB3-E071-7869562A9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049CC7-9B28-3C73-8706-654D8C1FE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5C4A-69E5-5B41-9D8F-22B8D6174D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4833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8C934-2003-7C2E-EB2B-D2F0B5AC9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CDDA64-AD4B-A4B9-34CB-30B762663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1EBFD-13BF-C343-8CCC-88D21DC4CE82}" type="datetimeFigureOut">
              <a:rPr lang="en-AU" smtClean="0"/>
              <a:t>3/3/2025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73AB19-6ED4-21ED-6DAF-D8011EC6C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ED88AD-8165-AD63-0D81-6DCE1B354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5C4A-69E5-5B41-9D8F-22B8D6174D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6554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2681B9-98FF-BF01-F065-15ED20CB8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1EBFD-13BF-C343-8CCC-88D21DC4CE82}" type="datetimeFigureOut">
              <a:rPr lang="en-AU" smtClean="0"/>
              <a:t>3/3/2025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9A6F4B-784F-B47A-0782-D9768E788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B53ED-4052-101E-1D61-8FD364755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5C4A-69E5-5B41-9D8F-22B8D6174D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9148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0A7DF-413B-95FA-DECC-8C78944DA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7C1B8-2BD7-6EB8-AE19-38F201452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3E1B2A-EE49-E5F5-B2A9-0F82F9BF6E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85D43-F892-CB7B-4255-4ACB2757A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1EBFD-13BF-C343-8CCC-88D21DC4CE82}" type="datetimeFigureOut">
              <a:rPr lang="en-AU" smtClean="0"/>
              <a:t>3/3/2025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6A6AC5-B8AF-B390-C6E2-B4C6AAA50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4C9BD-27DE-CC46-8882-C815375CA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5C4A-69E5-5B41-9D8F-22B8D6174D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284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1C4F6-D0DE-3532-292A-F637F3198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FB3AA3-AA67-4C4A-5781-5A976F27E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1EE1C-B78E-C17B-40BB-48195E852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52111-5576-44C1-D18A-EE6B2E62F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1EBFD-13BF-C343-8CCC-88D21DC4CE82}" type="datetimeFigureOut">
              <a:rPr lang="en-AU" smtClean="0"/>
              <a:t>3/3/2025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D243DC-EFF8-F265-355F-E6E3E17D2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3AC09-BE35-1E03-8AF3-8AA83F5EE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5C4A-69E5-5B41-9D8F-22B8D6174D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431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918D0-EE51-A3B6-1ABC-92EC18ACB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55855-B98F-0D2C-724D-B02D5A5C58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A1F48-BA72-0433-B621-79D93D375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1EBFD-13BF-C343-8CCC-88D21DC4CE82}" type="datetimeFigureOut">
              <a:rPr lang="en-AU" smtClean="0"/>
              <a:t>3/3/2025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29444-44FC-0FC8-F6B7-CA27C0D35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AB9F3-C767-0463-EB5C-59DA1CFC7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5C4A-69E5-5B41-9D8F-22B8D6174D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1531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2F1784-4333-E706-EB0B-CE1CDB8166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3C556-CB68-5BEC-BA72-11B02BAB35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FA254-53CB-C28E-D8D2-5134DFC70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1EBFD-13BF-C343-8CCC-88D21DC4CE82}" type="datetimeFigureOut">
              <a:rPr lang="en-AU" smtClean="0"/>
              <a:t>3/3/2025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EB10A-9CE1-9E21-4E2F-8D6B8556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B73E0-962C-BFC8-6C6C-0313F04FF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5C4A-69E5-5B41-9D8F-22B8D6174D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769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29BE79-63F3-D9DA-C004-1FEAA0939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B72BD-BBCE-F86E-3333-2B64313A6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A969B-C489-B9EA-26FE-8BAC1CE08F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71EBFD-13BF-C343-8CCC-88D21DC4CE82}" type="datetimeFigureOut">
              <a:rPr lang="en-AU" smtClean="0"/>
              <a:t>3/3/2025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6008A-7D20-F62F-0245-144AA94A3B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23BD7-AC5B-9CEE-64F3-1F20ADA9A1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B5C4A-69E5-5B41-9D8F-22B8D6174D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188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ADCC702-5D81-568E-4709-5BCE450463EB}"/>
              </a:ext>
            </a:extLst>
          </p:cNvPr>
          <p:cNvGrpSpPr/>
          <p:nvPr/>
        </p:nvGrpSpPr>
        <p:grpSpPr>
          <a:xfrm>
            <a:off x="2469362" y="300706"/>
            <a:ext cx="7253275" cy="6256587"/>
            <a:chOff x="2712115" y="165701"/>
            <a:chExt cx="7253275" cy="6256587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9861460-FA8E-6B87-0164-4D3A3047EA5B}"/>
                </a:ext>
              </a:extLst>
            </p:cNvPr>
            <p:cNvGrpSpPr/>
            <p:nvPr/>
          </p:nvGrpSpPr>
          <p:grpSpPr>
            <a:xfrm>
              <a:off x="2712115" y="229688"/>
              <a:ext cx="7253275" cy="6192600"/>
              <a:chOff x="2712115" y="229688"/>
              <a:chExt cx="7253275" cy="6192600"/>
            </a:xfrm>
          </p:grpSpPr>
          <p:pic>
            <p:nvPicPr>
              <p:cNvPr id="5" name="Graphic 4">
                <a:extLst>
                  <a:ext uri="{FF2B5EF4-FFF2-40B4-BE49-F238E27FC236}">
                    <a16:creationId xmlns:a16="http://schemas.microsoft.com/office/drawing/2014/main" id="{31E00372-E167-CE21-EFDE-9AD427A6EA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712115" y="229688"/>
                <a:ext cx="3514514" cy="4518660"/>
              </a:xfrm>
              <a:prstGeom prst="rect">
                <a:avLst/>
              </a:prstGeom>
            </p:spPr>
          </p:pic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6760DBD2-4D1D-3146-8714-3DCF7EE28C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450876" y="229688"/>
                <a:ext cx="3514514" cy="4518660"/>
              </a:xfrm>
              <a:prstGeom prst="rect">
                <a:avLst/>
              </a:prstGeom>
            </p:spPr>
          </p:pic>
          <p:pic>
            <p:nvPicPr>
              <p:cNvPr id="9" name="Graphic 8">
                <a:extLst>
                  <a:ext uri="{FF2B5EF4-FFF2-40B4-BE49-F238E27FC236}">
                    <a16:creationId xmlns:a16="http://schemas.microsoft.com/office/drawing/2014/main" id="{30E0A656-F7F8-12A2-BCF3-1AD9D6C91F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2890157" y="4532528"/>
                <a:ext cx="2834640" cy="1889760"/>
              </a:xfrm>
              <a:prstGeom prst="rect">
                <a:avLst/>
              </a:prstGeom>
            </p:spPr>
          </p:pic>
          <p:pic>
            <p:nvPicPr>
              <p:cNvPr id="11" name="Graphic 10">
                <a:extLst>
                  <a:ext uri="{FF2B5EF4-FFF2-40B4-BE49-F238E27FC236}">
                    <a16:creationId xmlns:a16="http://schemas.microsoft.com/office/drawing/2014/main" id="{55E922D6-C193-E4A9-F3B6-505653ECD9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649295" y="4532528"/>
                <a:ext cx="2834640" cy="1889760"/>
              </a:xfrm>
              <a:prstGeom prst="rect">
                <a:avLst/>
              </a:prstGeom>
            </p:spPr>
          </p:pic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8A650B0-9434-0D22-7E38-8F2A9DDB1149}"/>
                </a:ext>
              </a:extLst>
            </p:cNvPr>
            <p:cNvSpPr txBox="1"/>
            <p:nvPr/>
          </p:nvSpPr>
          <p:spPr>
            <a:xfrm>
              <a:off x="3369800" y="165701"/>
              <a:ext cx="221073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Case with Extreme Ages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B09762F-791B-BCF1-E0B6-470002F1D5D1}"/>
                </a:ext>
              </a:extLst>
            </p:cNvPr>
            <p:cNvSpPr txBox="1"/>
            <p:nvPr/>
          </p:nvSpPr>
          <p:spPr>
            <a:xfrm>
              <a:off x="6971320" y="165701"/>
              <a:ext cx="24736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Case without Extreme Ages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5643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Viaña</dc:creator>
  <cp:lastModifiedBy>Javier Viaña</cp:lastModifiedBy>
  <cp:revision>1</cp:revision>
  <dcterms:created xsi:type="dcterms:W3CDTF">2025-03-04T00:47:00Z</dcterms:created>
  <dcterms:modified xsi:type="dcterms:W3CDTF">2025-03-04T00:50:43Z</dcterms:modified>
</cp:coreProperties>
</file>